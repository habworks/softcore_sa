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6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429AC-199E-06E3-03B6-51337772D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AD48F8-83A7-60BF-3321-1ACBC34D36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7B40C-1534-34F6-AEDD-C80E134E2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B8BF9-3D8E-413D-A7D9-87FA800972F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324F2-FCED-FB3A-BF32-D68729BDF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9A4EC-5ABE-FEE9-4178-EB205C7C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43893-0D86-423B-8CAA-00E19F326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891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B36B5-4BCE-A677-E6E6-07D7DA74B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27A86-9555-F013-F64A-3B11FBF67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EDBF4-E1B6-E2C4-01FC-10F81E6C9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B8BF9-3D8E-413D-A7D9-87FA800972F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F4C70-FAD5-0FD5-C53F-52F5B802B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5A4FF-DAEE-2275-58EA-F7EB45B77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43893-0D86-423B-8CAA-00E19F326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287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F366-AE03-54BA-7840-5AAC49C3C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DC63C-EE43-7644-0CB5-6D3DE62C0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27F98-CFA4-67C5-0A09-0F556724D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B8BF9-3D8E-413D-A7D9-87FA800972F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D332D-9F11-CEDE-DC6A-14C436C85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AA7A7-8F13-BBC3-5E4F-45B5486E7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43893-0D86-423B-8CAA-00E19F326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380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5FCC5-03AB-C84A-E532-880E93B7B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8A977-D6C5-31E1-A449-DEC2507E64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C740DF-5895-142A-FFE2-A1DAFEDD31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F5538F-0838-B009-EC5B-440499150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B8BF9-3D8E-413D-A7D9-87FA800972F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2F2915-3D02-6FCF-5E94-5FAECFA50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E4056-0ECD-59B3-6F9E-0E5C40316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43893-0D86-423B-8CAA-00E19F326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032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1CBA4-2084-35ED-EA71-F95EA3F24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D329A-7E7E-C26A-40B5-EB2833ADE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0C5DFE-CE84-05D3-C886-CA9C7214D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228934-9944-827D-C30E-2D99547BB1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187561-EEDE-D844-1427-906A4FA1AB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3DB981-0887-7CC1-9BEF-26F4A8081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B8BF9-3D8E-413D-A7D9-87FA800972F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3EE3BE-B8E2-CD4B-3DCC-F326E338D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E64A9C-D458-CBF3-5B36-F2072739E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43893-0D86-423B-8CAA-00E19F326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920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B254E-B02F-F35E-9254-14D1ED4C9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481985-494E-C31C-DB8F-4A19CD71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B8BF9-3D8E-413D-A7D9-87FA800972F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81407D-C67E-A40E-C46A-BD9F653C4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B24FDA-73DC-4A57-E1D3-155BAF42F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43893-0D86-423B-8CAA-00E19F326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543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E10F41-299D-FC71-33D6-5676C6E91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B8BF9-3D8E-413D-A7D9-87FA800972F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4C90A6-7474-D118-D7DC-B10C9227E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42B5A-E349-6528-99CD-DF2AF3D21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43893-0D86-423B-8CAA-00E19F326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547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5850F-FF81-0515-0FE9-A85CA2DBA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C85BD-40C5-E04C-DED2-D6E7CB17B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61BF45-7613-9575-2C2E-2678C6F6B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64091-15B9-9C08-52E6-900290539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B8BF9-3D8E-413D-A7D9-87FA800972F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DCA412-A29F-70BB-0017-27414329E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A6736-D973-343E-B85C-6A716A558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43893-0D86-423B-8CAA-00E19F326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01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A0C0B-D792-87FF-DBB6-D58D2E7D7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89E8AB-75A3-3EF6-1D96-BDDC4AC874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C1CE3F-1F09-5C54-1FFF-3B64FA980D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ECA068-37A5-6A69-8E93-81D10EAE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B8BF9-3D8E-413D-A7D9-87FA800972F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CED021-CB69-2733-ECBF-88D36E25C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89AEA-6879-D09E-B3BA-26F8065BD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43893-0D86-423B-8CAA-00E19F326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438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D42C1-DDB1-BC6A-06DD-4CDB41995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CBB1E-500F-0FD3-ABC3-E4B518E51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FF66C-AB17-521B-748E-5A4059D36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B8BF9-3D8E-413D-A7D9-87FA800972F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D40D7-5B27-3B4D-20DF-C103EA4BB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E854E-FC5C-D13A-4A9C-CD0EA436C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43893-0D86-423B-8CAA-00E19F326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48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36F16C-0110-2378-F5BB-2C9BE890E0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E9320F-C49B-6AAB-23D4-0372322018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3E07C-96CE-A1A9-A9A1-C0AF7F234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B8BF9-3D8E-413D-A7D9-87FA800972F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6D0F1-94E1-17D5-F863-A371E5187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E92F5-E888-E2F6-571D-687CB0E3C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43893-0D86-423B-8CAA-00E19F326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060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97DF56-2108-C95A-B8D8-06ED4F51B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8667D-9890-6E1F-B2CC-B354E8A14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04FD8-91AD-8119-CF9E-984932F3C7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4B8BF9-3D8E-413D-A7D9-87FA800972F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4B8E0-5B35-0919-926B-3E8527A84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FE8C8-6C7F-899D-BA2A-1B680B663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043893-0D86-423B-8CAA-00E19F326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21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F56838-FF30-3116-5F4D-9E849AC837F7}"/>
              </a:ext>
            </a:extLst>
          </p:cNvPr>
          <p:cNvSpPr/>
          <p:nvPr/>
        </p:nvSpPr>
        <p:spPr>
          <a:xfrm>
            <a:off x="455439" y="654325"/>
            <a:ext cx="2421732" cy="56984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4CAC46-B453-9E15-667F-54CB06E13472}"/>
              </a:ext>
            </a:extLst>
          </p:cNvPr>
          <p:cNvSpPr/>
          <p:nvPr/>
        </p:nvSpPr>
        <p:spPr>
          <a:xfrm>
            <a:off x="4426123" y="654324"/>
            <a:ext cx="5440018" cy="14246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9DB5DE-7404-9438-03F4-A320EC1E2FC1}"/>
              </a:ext>
            </a:extLst>
          </p:cNvPr>
          <p:cNvSpPr/>
          <p:nvPr/>
        </p:nvSpPr>
        <p:spPr>
          <a:xfrm>
            <a:off x="4426123" y="2078933"/>
            <a:ext cx="5440018" cy="142460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FC3337-E68E-7704-4C68-845919C6E4CE}"/>
              </a:ext>
            </a:extLst>
          </p:cNvPr>
          <p:cNvSpPr/>
          <p:nvPr/>
        </p:nvSpPr>
        <p:spPr>
          <a:xfrm>
            <a:off x="4426123" y="3503542"/>
            <a:ext cx="5440018" cy="14246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9B3CDD-54DA-7D57-7E63-AA27CE729BD9}"/>
              </a:ext>
            </a:extLst>
          </p:cNvPr>
          <p:cNvSpPr/>
          <p:nvPr/>
        </p:nvSpPr>
        <p:spPr>
          <a:xfrm>
            <a:off x="4426123" y="4928151"/>
            <a:ext cx="5440018" cy="142460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A28AF743-D78D-2EAD-FD0E-CDE8FB890946}"/>
              </a:ext>
            </a:extLst>
          </p:cNvPr>
          <p:cNvSpPr/>
          <p:nvPr/>
        </p:nvSpPr>
        <p:spPr>
          <a:xfrm>
            <a:off x="2877171" y="1165361"/>
            <a:ext cx="1548952" cy="402536"/>
          </a:xfrm>
          <a:prstGeom prst="left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DISPLAY UI</a:t>
            </a:r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24CC6CFE-EB03-3A9E-B43F-F907BD572548}"/>
              </a:ext>
            </a:extLst>
          </p:cNvPr>
          <p:cNvSpPr/>
          <p:nvPr/>
        </p:nvSpPr>
        <p:spPr>
          <a:xfrm>
            <a:off x="2877171" y="2589969"/>
            <a:ext cx="1548952" cy="402536"/>
          </a:xfrm>
          <a:prstGeom prst="left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UI CONTROL IO</a:t>
            </a:r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6FA95B93-D885-F97D-126A-306FC3E90D7F}"/>
              </a:ext>
            </a:extLst>
          </p:cNvPr>
          <p:cNvSpPr/>
          <p:nvPr/>
        </p:nvSpPr>
        <p:spPr>
          <a:xfrm>
            <a:off x="2877171" y="4014578"/>
            <a:ext cx="1548952" cy="402536"/>
          </a:xfrm>
          <a:prstGeom prst="left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uSD</a:t>
            </a:r>
            <a:endParaRPr lang="en-US" sz="1000" dirty="0"/>
          </a:p>
        </p:txBody>
      </p:sp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C0544FB3-D26D-CB55-8DEE-D5A8A4A9177A}"/>
              </a:ext>
            </a:extLst>
          </p:cNvPr>
          <p:cNvSpPr/>
          <p:nvPr/>
        </p:nvSpPr>
        <p:spPr>
          <a:xfrm>
            <a:off x="2877171" y="5439187"/>
            <a:ext cx="1548952" cy="402536"/>
          </a:xfrm>
          <a:prstGeom prst="left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ADC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F9AC13-EFAC-787D-9725-B6EA84771218}"/>
              </a:ext>
            </a:extLst>
          </p:cNvPr>
          <p:cNvSpPr/>
          <p:nvPr/>
        </p:nvSpPr>
        <p:spPr>
          <a:xfrm>
            <a:off x="2095293" y="654324"/>
            <a:ext cx="781878" cy="14246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05D622-975A-0789-9C29-F683ABE37E4C}"/>
              </a:ext>
            </a:extLst>
          </p:cNvPr>
          <p:cNvSpPr/>
          <p:nvPr/>
        </p:nvSpPr>
        <p:spPr>
          <a:xfrm>
            <a:off x="2095293" y="2078933"/>
            <a:ext cx="781878" cy="142460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C00DFB-9A82-F01D-11EE-EA5D8AF7D0E5}"/>
              </a:ext>
            </a:extLst>
          </p:cNvPr>
          <p:cNvSpPr/>
          <p:nvPr/>
        </p:nvSpPr>
        <p:spPr>
          <a:xfrm>
            <a:off x="2095293" y="3503541"/>
            <a:ext cx="781878" cy="14246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A4684F-51E5-DE5D-3512-81FA58E3B03B}"/>
              </a:ext>
            </a:extLst>
          </p:cNvPr>
          <p:cNvSpPr/>
          <p:nvPr/>
        </p:nvSpPr>
        <p:spPr>
          <a:xfrm>
            <a:off x="2095293" y="4928151"/>
            <a:ext cx="781878" cy="142460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BADB20-DA99-DEE5-D1FA-E8E4F86EDA09}"/>
              </a:ext>
            </a:extLst>
          </p:cNvPr>
          <p:cNvSpPr txBox="1"/>
          <p:nvPr/>
        </p:nvSpPr>
        <p:spPr>
          <a:xfrm>
            <a:off x="8323403" y="5317287"/>
            <a:ext cx="1258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/ EXT</a:t>
            </a:r>
          </a:p>
          <a:p>
            <a:r>
              <a:rPr lang="en-US" dirty="0"/>
              <a:t>SIGNAL IN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A9FAA1-2BB6-A94B-15FF-AAC575BA1A65}"/>
              </a:ext>
            </a:extLst>
          </p:cNvPr>
          <p:cNvSpPr txBox="1"/>
          <p:nvPr/>
        </p:nvSpPr>
        <p:spPr>
          <a:xfrm>
            <a:off x="6604658" y="2468071"/>
            <a:ext cx="1258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LED AMP</a:t>
            </a:r>
          </a:p>
          <a:p>
            <a:r>
              <a:rPr lang="en-US" dirty="0"/>
              <a:t>GRAPH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582712-B06C-11A1-1D2B-1723BF22592C}"/>
              </a:ext>
            </a:extLst>
          </p:cNvPr>
          <p:cNvSpPr txBox="1"/>
          <p:nvPr/>
        </p:nvSpPr>
        <p:spPr>
          <a:xfrm>
            <a:off x="8153610" y="2468069"/>
            <a:ext cx="13084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LED MODE SELECT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351C58-EC99-D8ED-355B-793F2507E6A9}"/>
              </a:ext>
            </a:extLst>
          </p:cNvPr>
          <p:cNvSpPr txBox="1"/>
          <p:nvPr/>
        </p:nvSpPr>
        <p:spPr>
          <a:xfrm>
            <a:off x="6506923" y="3892679"/>
            <a:ext cx="1258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MICRO SD</a:t>
            </a:r>
          </a:p>
          <a:p>
            <a:r>
              <a:rPr lang="en-US" dirty="0"/>
              <a:t>FAT FS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CA8D9A-DBC9-0F57-D211-9D851A438CB7}"/>
              </a:ext>
            </a:extLst>
          </p:cNvPr>
          <p:cNvSpPr txBox="1"/>
          <p:nvPr/>
        </p:nvSpPr>
        <p:spPr>
          <a:xfrm>
            <a:off x="6604658" y="1043462"/>
            <a:ext cx="1258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DISPLAY </a:t>
            </a:r>
          </a:p>
          <a:p>
            <a:r>
              <a:rPr lang="en-US" dirty="0"/>
              <a:t>128x64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6FDCA6-E36D-5257-6763-57E436DBB7A4}"/>
              </a:ext>
            </a:extLst>
          </p:cNvPr>
          <p:cNvSpPr txBox="1"/>
          <p:nvPr/>
        </p:nvSpPr>
        <p:spPr>
          <a:xfrm>
            <a:off x="4885912" y="5317290"/>
            <a:ext cx="1258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ADC 12b</a:t>
            </a:r>
          </a:p>
          <a:p>
            <a:r>
              <a:rPr lang="en-US" dirty="0"/>
              <a:t>SAR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85FAF1-2F98-AA6E-C89E-6EE16AE6A8D5}"/>
              </a:ext>
            </a:extLst>
          </p:cNvPr>
          <p:cNvSpPr txBox="1"/>
          <p:nvPr/>
        </p:nvSpPr>
        <p:spPr>
          <a:xfrm>
            <a:off x="6604658" y="5317288"/>
            <a:ext cx="1258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SALLEN KEY LPF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D061FB-BA9E-49BD-CEC2-C7E4DB180475}"/>
              </a:ext>
            </a:extLst>
          </p:cNvPr>
          <p:cNvSpPr txBox="1"/>
          <p:nvPr/>
        </p:nvSpPr>
        <p:spPr>
          <a:xfrm rot="16200000">
            <a:off x="355384" y="2964931"/>
            <a:ext cx="195919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DIGILENT</a:t>
            </a:r>
          </a:p>
          <a:p>
            <a:r>
              <a:rPr lang="en-US" sz="3200" b="1" dirty="0"/>
              <a:t>ARTY A7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0E3C24-6C59-E9FA-6C5D-167C7A2A60E4}"/>
              </a:ext>
            </a:extLst>
          </p:cNvPr>
          <p:cNvSpPr txBox="1"/>
          <p:nvPr/>
        </p:nvSpPr>
        <p:spPr>
          <a:xfrm>
            <a:off x="5042453" y="2468071"/>
            <a:ext cx="1258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PUSH BTN INPUT</a:t>
            </a:r>
          </a:p>
        </p:txBody>
      </p:sp>
    </p:spTree>
    <p:extLst>
      <p:ext uri="{BB962C8B-B14F-4D97-AF65-F5344CB8AC3E}">
        <p14:creationId xmlns:p14="http://schemas.microsoft.com/office/powerpoint/2010/main" val="31457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40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Hab Collector</dc:creator>
  <cp:lastModifiedBy>Hab Collector</cp:lastModifiedBy>
  <cp:revision>3</cp:revision>
  <dcterms:created xsi:type="dcterms:W3CDTF">2026-01-17T18:23:15Z</dcterms:created>
  <dcterms:modified xsi:type="dcterms:W3CDTF">2026-01-17T19:13:38Z</dcterms:modified>
</cp:coreProperties>
</file>